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7EF5-EE25-DF45-AB91-6DB573E9C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CE568-37C9-C148-AC68-73F778B6C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30D07-78BC-3141-B01E-B7731B20F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ED73E-CA29-7C47-8A0B-FF3DDE09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73EC8-A6F5-684E-87AA-1ECB431F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51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71558-D992-7C43-8682-86EF7181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75D9C-6F43-BE49-95EF-304002808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7E810-2272-C14C-9CD3-35DF11AA4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39A80-A797-824D-91FB-7F964F775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131AD-0BC8-9B48-A948-1E9F1A92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42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A03D-675D-004A-AD6B-BB94E3C38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16F8E-6DB5-9B4D-80C8-3A0C7453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E1796-10CD-AD43-A19E-CF781164D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11FC6-9580-3F44-8CAF-B2FF134E2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BD620-7C58-364E-AC78-E0B0C4A2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DFC51-8311-9143-89E4-2976882F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8BC3F-7ED0-264D-B524-FA3538103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2E484-A742-CD43-9124-7AB628AAA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9C52B-F434-FE45-9DE8-2CCD97EC7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8D349-55C1-B64E-BE13-3F9F8ED8C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ED16D-C0C9-9C41-9680-66B8E561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6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9E7D-6B0C-7140-A695-D928972F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7C7E7-6BF9-4A49-B1BB-C4BE20199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690BB-6886-CE45-8B7A-B09FEF0A2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C7EAC-90C8-704A-9D30-E59D290A2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4A080-3025-174F-A2BA-3ACCAC3B85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5FAE6-6DC5-DD41-A87E-7AF23DF3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C0406-DB1C-7C45-B1AA-D82CA1F2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DDB79E-41D5-E84C-8F5A-666A3639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61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6AD1E-9B5C-7242-83FB-078268C85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5D628-F147-944B-983A-D5F472316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562473-10F9-8141-9CB3-73D207C4D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17CAE-6FCE-D04D-9E14-C898596A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2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62BF37-27D1-DA4B-BD84-260F0C77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3FEDA-3A84-3949-B01E-254C382E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6B2C3-63E7-0149-B414-73B9C90D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0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9F6F-5CD4-E941-990D-D9C43B51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8B608-7FA2-D341-8AD7-8055C3AD1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52B97-18F9-7349-BB31-19A632642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C465D-00E4-7040-8F1F-063CFAB6E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89BB4-6F06-7C4D-8097-A7FE68D7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B13DB-A6D9-964D-8832-547AD0AD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9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D2B0-00F4-894A-AD18-5C935E8B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391420-529E-2240-9A36-3A235976D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E3DD5-3C80-4E48-B904-24E81FCE8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45593-9603-4B4F-9AD4-F858CD36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5AA79-C1AF-824D-BF7B-5A7FEDE3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D3F2C-036C-0A47-AE48-EB45E5BD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26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0E45-8FFD-9349-A596-1CC673B52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13FFF-7324-0549-8A20-83271B42C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351F4-23B7-6D47-94A6-D5C27853F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F7C72-78F2-0C4F-B411-CC049B31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2FA3B-4654-E04C-B5C5-77AACBC0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8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07AF82-35AC-394E-9184-6CC85B2DB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A510B-9AFB-E042-AF96-89B8A45F4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505DD-8788-BD4D-95B3-D62B014E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66161-5E7F-894F-8353-C51F37FC6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DBC1-7FD8-9F45-8725-CA78CC4D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FF6AE0-AF14-A144-8C4C-4982A9D37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37CF0-ABC7-284F-A190-AA6B0E22C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93F1D-405B-774E-85F2-11BB3CBCA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94709-321D-1A4A-9A84-C47E102BFE50}" type="datetimeFigureOut">
              <a:rPr lang="en-US" smtClean="0"/>
              <a:t>2/8/20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1EAC7-FF5F-B548-94A4-87CB63668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89962-CD60-4E40-98C4-8DB1EE82E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4A099-C1D4-1E4E-9E5C-A9293059E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8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F6B040F-3C4E-2147-8140-2276C0FE67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22" t="59880" r="26255" b="7388"/>
          <a:stretch/>
        </p:blipFill>
        <p:spPr>
          <a:xfrm>
            <a:off x="1316419" y="746234"/>
            <a:ext cx="5716042" cy="30098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1DB37D-B0A0-1645-A2C4-484B08D5ED39}"/>
              </a:ext>
            </a:extLst>
          </p:cNvPr>
          <p:cNvSpPr txBox="1"/>
          <p:nvPr/>
        </p:nvSpPr>
        <p:spPr>
          <a:xfrm>
            <a:off x="866876" y="3899338"/>
            <a:ext cx="1007096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Recommended logo with stacked type option: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 &amp; Staff center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Greenery/trees represents new growth and uniqueness of property for both retreat center and church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Swoosh: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Grounds logo with contemporary, uplifting feel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Represents cradling/safety in palm of God’s hands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Symbolic of caring/nurturing church members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C314A75-F2F2-E34E-9121-A8EC71A511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519" t="5824" r="5375" b="58560"/>
          <a:stretch/>
        </p:blipFill>
        <p:spPr>
          <a:xfrm>
            <a:off x="7543802" y="420758"/>
            <a:ext cx="3226676" cy="321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5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D7EEDCF-6D94-4C4A-AAB1-3C42AB071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36" y="0"/>
            <a:ext cx="10598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68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F6B040F-3C4E-2147-8140-2276C0FE67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45" r="34766" b="6666"/>
          <a:stretch/>
        </p:blipFill>
        <p:spPr>
          <a:xfrm>
            <a:off x="2292857" y="111211"/>
            <a:ext cx="7372560" cy="6456406"/>
          </a:xfrm>
          <a:prstGeom prst="rect">
            <a:avLst/>
          </a:prstGeom>
        </p:spPr>
      </p:pic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2AB5128D-E0DC-AF43-80E3-4A00AA5D9A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016" t="27748" r="-194" b="39520"/>
          <a:stretch/>
        </p:blipFill>
        <p:spPr>
          <a:xfrm>
            <a:off x="6292022" y="3989173"/>
            <a:ext cx="3410464" cy="224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02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53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Sharon Payne</dc:creator>
  <cp:lastModifiedBy>Sharon Payne</cp:lastModifiedBy>
  <cp:revision>4</cp:revision>
  <dcterms:created xsi:type="dcterms:W3CDTF">2020-02-08T00:28:26Z</dcterms:created>
  <dcterms:modified xsi:type="dcterms:W3CDTF">2020-02-08T13:50:44Z</dcterms:modified>
</cp:coreProperties>
</file>